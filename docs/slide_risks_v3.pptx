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40초]</a:t>
            </a:r>
          </a:p>
          <a:p/>
          <a:p>
            <a:r>
              <a:t>마지막으로 우려되는 점과 대응입니다.</a:t>
            </a:r>
          </a:p>
          <a:p/>
          <a:p>
            <a:r>
              <a:t>첫째, 사진을 어떻게 찍느냐에 따라 모델의 결과가 크게 달라집니다. 그래서 촬영 가이드로 사용자에게 원하는 포즈를 지시합니다.</a:t>
            </a:r>
          </a:p>
          <a:p/>
          <a:p>
            <a:r>
              <a:t>둘째, 이미지를 만드는 데 시간이 오래 걸립니다. 더 좋은 GPU를 쓰거나 모델을 가볍게 만드는 방향으로 추진하겠습니다.</a:t>
            </a:r>
          </a:p>
          <a:p/>
          <a:p>
            <a:r>
              <a:t>셋째, 결과 품질을 일정하게 유지하기 어렵습니다. 정해 둔 기준으로 결과를 점검하고, 여러 장 중 가장 좋은 결과를 고르는 방식으로 대응합니다.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우려되는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예상되는 어려움과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45775" cy="1115568"/>
          </a:xfrm>
          <a:prstGeom prst="roundRect">
            <a:avLst>
              <a:gd name="adj" fmla="val 1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43230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사진 찍는 방식에 따라 결과가 달라진다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85292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자세 · 배경 · 조명에 따라 합성 품질이 크게 바뀐다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450592"/>
            <a:ext cx="3687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</a:rPr>
              <a:t>촬영 가이드로 원하는 포즈를 지시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11296"/>
            <a:ext cx="10545775" cy="1115568"/>
          </a:xfrm>
          <a:prstGeom prst="roundRect">
            <a:avLst>
              <a:gd name="adj" fmla="val 1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78561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749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이미지 생성에 시간이 오래 걸린다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16966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품질 좋은 모델일수록 한 장에 수십 초 이상 걸린다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8561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767328"/>
            <a:ext cx="3687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</a:rPr>
              <a:t>더 좋은 GPU 채택 · 모델 경량화 추진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28032"/>
            <a:ext cx="10545775" cy="1115568"/>
          </a:xfrm>
          <a:prstGeom prst="roundRect">
            <a:avLst>
              <a:gd name="adj" fmla="val 10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023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657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결과 품질을 일정하게 유지하기 어렵다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4864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같은 입력으로도 결과가 매번 조금씩 달라진다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023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30D158"/>
                </a:solidFill>
                <a:latin typeface="Noto Sans KR Medium"/>
                <a:ea typeface="Noto Sans KR Medium"/>
              </a:rPr>
              <a:t>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084064"/>
            <a:ext cx="3687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</a:rPr>
              <a:t>기준으로 점검하고, 여러 장 중 최선을 선택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