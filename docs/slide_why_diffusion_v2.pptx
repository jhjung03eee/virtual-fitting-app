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35초]</a:t>
            </a:r>
          </a:p>
          <a:p/>
          <a:p>
            <a:r>
              <a:t>합성에는 diffusion 모델을 씁니다. 왼쪽 그림처럼 노이즈에서 시작해 조금씩 다듬어 사진을 완성하는 AI입니다.</a:t>
            </a:r>
          </a:p>
          <a:p/>
          <a:p>
            <a:r>
              <a:t>기존 방식과 비교하면, 옷 사진을 늘려 붙이던 예전 방식보다 주름이나 그림자가 훨씬 자연스럽고, 흰 배경 스튜디오 사진이 아닌 휴대폰 사진에서도 비교적 안정적입니다.</a:t>
            </a:r>
          </a:p>
          <a:p/>
          <a:p>
            <a:r>
              <a:t>대신 속도는 느린데, 여러 장을 만들어 가장 자연스러운 한 장을 고르는 방식으로 보완합니다.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합성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FFFFFF"/>
                </a:solidFill>
                <a:latin typeface="Noto Sans KR Light"/>
                <a:ea typeface="Noto Sans KR Light"/>
              </a:rPr>
              <a:t>diffusion 모델을 선택한 이유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848" y="2286000"/>
            <a:ext cx="0" cy="329184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86000"/>
            <a:ext cx="486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 Medium"/>
                <a:ea typeface="Noto Sans KR Medium"/>
              </a:rPr>
              <a:t>diffusion 모델이란?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86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노이즈에서 조금씩 다듬어 사진을 만드는 AI</a:t>
            </a:r>
          </a:p>
        </p:txBody>
      </p:sp>
      <p:pic>
        <p:nvPicPr>
          <p:cNvPr id="7" name="Picture 6" descr="diffusion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29000"/>
            <a:ext cx="1037044" cy="13827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노이즈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0004" y="3974058"/>
            <a:ext cx="237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0" name="Picture 9" descr="diffusion_step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748" y="3429000"/>
            <a:ext cx="1037044" cy="1382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97748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윤곽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4792" y="3974058"/>
            <a:ext cx="237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3" name="Picture 12" descr="diffusion_step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536" y="3429000"/>
            <a:ext cx="1037044" cy="13827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536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형태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9580" y="3974058"/>
            <a:ext cx="237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6" name="Picture 15" descr="diffusion_step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324" y="3429000"/>
            <a:ext cx="1037044" cy="13827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47324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30D158"/>
                </a:solidFill>
                <a:latin typeface="Noto Sans KR"/>
                <a:ea typeface="Noto Sans KR"/>
              </a:rPr>
              <a:t>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8" y="2286000"/>
            <a:ext cx="48614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 Medium"/>
                <a:ea typeface="Noto Sans KR Medium"/>
              </a:rPr>
              <a:t>기존 방식과 비교하면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8888" y="2834640"/>
            <a:ext cx="17677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98989E"/>
                </a:solidFill>
                <a:latin typeface="Noto Sans KR"/>
                <a:ea typeface="Noto Sans KR"/>
              </a:rPr>
              <a:t>기존 방식 (GAN)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3812" y="2834640"/>
            <a:ext cx="17677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30D158"/>
                </a:solidFill>
                <a:latin typeface="Noto Sans KR"/>
                <a:ea typeface="Noto Sans KR"/>
              </a:rPr>
              <a:t>diffusion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07328" y="3246120"/>
            <a:ext cx="4861407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07328" y="338328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A5A5E"/>
                </a:solidFill>
                <a:latin typeface="Noto Sans KR Medium"/>
                <a:ea typeface="Noto Sans KR Medium"/>
              </a:rPr>
              <a:t>자연스러움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8888" y="3383280"/>
            <a:ext cx="17677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옷 사진을 늘려 붙여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어색할 수 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3812" y="3383280"/>
            <a:ext cx="17677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주름 · 그림자까지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자연스러움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07328" y="4069080"/>
            <a:ext cx="4861407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07328" y="420624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A5A5E"/>
                </a:solidFill>
                <a:latin typeface="Noto Sans KR Medium"/>
                <a:ea typeface="Noto Sans KR Medium"/>
              </a:rPr>
              <a:t>일반 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8888" y="4206240"/>
            <a:ext cx="17677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흰 배경 스튜디오 사진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위주로 학습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2" y="4206240"/>
            <a:ext cx="17677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휴대폰 사진에서도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FFFFFF"/>
                </a:solidFill>
                <a:latin typeface="Noto Sans KR"/>
                <a:ea typeface="Noto Sans KR"/>
              </a:rPr>
              <a:t>비교적 안정적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07328" y="4892040"/>
            <a:ext cx="4861407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07328" y="502920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A5A5E"/>
                </a:solidFill>
                <a:latin typeface="Noto Sans KR Medium"/>
                <a:ea typeface="Noto Sans KR Medium"/>
              </a:rPr>
              <a:t>속도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8888" y="5029200"/>
            <a:ext cx="17677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빠름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3812" y="5029200"/>
            <a:ext cx="17677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느림 · 여러 장 중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98989E"/>
                </a:solidFill>
                <a:latin typeface="Noto Sans KR DemiLight"/>
                <a:ea typeface="Noto Sans KR DemiLight"/>
              </a:rPr>
              <a:t>골라서 보완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07328" y="5715000"/>
            <a:ext cx="4861407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fitcheck_wordmark_d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