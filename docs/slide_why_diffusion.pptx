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25초]</a:t>
            </a:r>
          </a:p>
          <a:p/>
          <a:p>
            <a:r>
              <a:t>합성에는 diffusion 모델을 씁니다. 왼쪽 그림처럼 노이즈에서 시작해 조금씩 다듬어 사진을 완성하는 AI입니다.</a:t>
            </a:r>
          </a:p>
          <a:p/>
          <a:p>
            <a:r>
              <a:t>이 방식을 고른 이유는 세 가지입니다. 진짜 입은 것처럼 자연스럽고, 휴대폰으로 찍은 사진에서도 잘 동작하며, 공개된 모델이 있어 바로 시작할 수 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합성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>
                <a:solidFill>
                  <a:srgbClr val="FFFFFF"/>
                </a:solidFill>
                <a:latin typeface="Noto Sans KR Light"/>
                <a:ea typeface="Noto Sans KR Light"/>
              </a:rPr>
              <a:t>diffusion 모델을 선택한 이유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848" y="2286000"/>
            <a:ext cx="0" cy="329184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86000"/>
            <a:ext cx="486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 Medium"/>
                <a:ea typeface="Noto Sans KR Medium"/>
              </a:rPr>
              <a:t>diffusion 모델이란?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86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노이즈에서 조금씩 다듬어 사진을 만드는 AI</a:t>
            </a:r>
          </a:p>
        </p:txBody>
      </p:sp>
      <p:pic>
        <p:nvPicPr>
          <p:cNvPr id="7" name="Picture 6" descr="diffusion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29000"/>
            <a:ext cx="1037044" cy="13827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노이즈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0004" y="3974058"/>
            <a:ext cx="237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0" name="Picture 9" descr="diffusion_step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748" y="3429000"/>
            <a:ext cx="1037044" cy="1382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97748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윤곽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4792" y="3974058"/>
            <a:ext cx="237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3" name="Picture 12" descr="diffusion_step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536" y="3429000"/>
            <a:ext cx="1037044" cy="13827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536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98989E"/>
                </a:solidFill>
                <a:latin typeface="Noto Sans KR"/>
                <a:ea typeface="Noto Sans KR"/>
              </a:rPr>
              <a:t>형태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9580" y="3974058"/>
            <a:ext cx="237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pic>
        <p:nvPicPr>
          <p:cNvPr id="16" name="Picture 15" descr="diffusion_step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324" y="3429000"/>
            <a:ext cx="1037044" cy="13827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47324" y="4884877"/>
            <a:ext cx="10370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30D158"/>
                </a:solidFill>
                <a:latin typeface="Noto Sans KR"/>
                <a:ea typeface="Noto Sans KR"/>
              </a:rPr>
              <a:t>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8" y="2286000"/>
            <a:ext cx="48614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FFFFF"/>
                </a:solidFill>
                <a:latin typeface="Noto Sans KR Medium"/>
                <a:ea typeface="Noto Sans KR Medium"/>
              </a:rPr>
              <a:t>왜 채택했나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8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30D158"/>
                </a:solidFill>
                <a:latin typeface="Noto Sans KR Medium"/>
                <a:ea typeface="Noto Sans KR Medium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8" y="3108960"/>
            <a:ext cx="43127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>
                <a:solidFill>
                  <a:srgbClr val="FFFFFF"/>
                </a:solidFill>
                <a:latin typeface="Noto Sans KR Light"/>
                <a:ea typeface="Noto Sans KR Light"/>
              </a:rPr>
              <a:t>진짜 입은 것처럼 자연스럽다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8" y="39319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30D158"/>
                </a:solidFill>
                <a:latin typeface="Noto Sans KR Medium"/>
                <a:ea typeface="Noto Sans KR Medium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5968" y="3886200"/>
            <a:ext cx="43127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>
                <a:solidFill>
                  <a:srgbClr val="FFFFFF"/>
                </a:solidFill>
                <a:latin typeface="Noto Sans KR Light"/>
                <a:ea typeface="Noto Sans KR Light"/>
              </a:rPr>
              <a:t>휴대폰 사진에서도 잘 동작한다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8" y="470916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30D158"/>
                </a:solidFill>
                <a:latin typeface="Noto Sans KR Medium"/>
                <a:ea typeface="Noto Sans KR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5968" y="4663440"/>
            <a:ext cx="43127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>
                <a:solidFill>
                  <a:srgbClr val="FFFFFF"/>
                </a:solidFill>
                <a:latin typeface="Noto Sans KR Light"/>
                <a:ea typeface="Noto Sans KR Light"/>
              </a:rPr>
              <a:t>공개 모델로 바로 시작할 수 있다</a:t>
            </a:r>
          </a:p>
        </p:txBody>
      </p:sp>
      <p:pic>
        <p:nvPicPr>
          <p:cNvPr id="25" name="Picture 24" descr="fitcheck_wordmark_d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